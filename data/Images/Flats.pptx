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D952F-5237-4038-A6EE-F9FF01298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489D3-15E9-4C72-8BA0-F7D801067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F01DF-7B7F-4BED-A019-4795D091C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111E-9B0D-4CC5-86C8-957A38C084CE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18E3B-D6C0-4F23-A792-C16B2C0D2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8D20E-AB6A-4B1B-84A7-7FBE23A9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10-E76B-4AF6-AA58-7845728B7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36D3-D108-4C56-B6C8-1F20F6A2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625B8-DB1A-4F8B-B67E-DA7B4F458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DFCF1-7679-47BB-A2FD-306CBF34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111E-9B0D-4CC5-86C8-957A38C084CE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14DDA-6F85-452D-BD68-8993DCF6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BAAB0-6D17-4214-9136-F5D7B5821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10-E76B-4AF6-AA58-7845728B7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905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FA08-11F9-4F8F-817B-191A41074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02999-4007-431E-B2EE-276B841BC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7FAD5-9CE2-4C3B-905E-C12B977D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111E-9B0D-4CC5-86C8-957A38C084CE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D5DE7-8C79-4E1D-9E83-F1E27AD3D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92A57-0316-438F-A8BF-E2AE341E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10-E76B-4AF6-AA58-7845728B7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884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6B76F-B891-40C1-922E-0A01810B3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6AC4F-579F-4DF5-8944-DB950505A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9DF6E-4949-4B75-AAA4-4DC457F5C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CFCBC-A7A0-47D0-8650-D534B2D99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111E-9B0D-4CC5-86C8-957A38C084CE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EBC2D-BB4C-48B4-962E-366056B8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60969-34FC-4A98-9833-33C52213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10-E76B-4AF6-AA58-7845728B7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913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C7AE-4E84-4EA2-A84F-5A08E2C3F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7EA4E-30B4-49DD-B5EA-16F1E27E3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EA818-65D8-446E-9D15-922AFB9A9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0A4A5-FB70-4206-80E8-453CDF9F7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B56EA-2205-43F5-A2A5-3B4E2A874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195B92-287D-4BBC-A28B-098A9B08D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111E-9B0D-4CC5-86C8-957A38C084CE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87A010-C72D-439B-9399-AA5B5C832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116199-9E65-4E57-B14F-326B3543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10-E76B-4AF6-AA58-7845728B7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4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1DC71-FA30-4870-8380-D3F08D772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F71FA-4B42-4D4D-86E7-4C6E84D9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111E-9B0D-4CC5-86C8-957A38C084CE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99415-C2E2-4ADF-99D2-8B001B76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87FCF-9404-4239-8E60-739CDF6A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10-E76B-4AF6-AA58-7845728B7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342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193950-FB99-494B-BCB6-AF6B20EC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111E-9B0D-4CC5-86C8-957A38C084CE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C3BAD3-65E3-4C30-8A9B-93786A386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CCDF2-733A-445F-852C-6C015589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10-E76B-4AF6-AA58-7845728B7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06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6252-8310-46DF-95F5-24817C5E7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8046-E781-40D1-B8A0-91582A078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6FDAD-12A4-40E5-928B-8880BA789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AAC86-5313-46F7-9F28-3662A5F2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111E-9B0D-4CC5-86C8-957A38C084CE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412A5-F454-444B-898F-88C836EE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1182C-2025-4D55-9833-A61F495B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10-E76B-4AF6-AA58-7845728B7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953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811AF-899D-4F38-9B08-F8545E1DD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63F5D1-4A77-4DC2-859A-DBE7E4EBF1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9739A-D892-4827-9545-35E9EC9E5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AC634-8432-407A-8577-9DF970EC2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111E-9B0D-4CC5-86C8-957A38C084CE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05A3B-52CB-4E5C-B8B1-B458C2C2C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A8E61-2BB1-4CA8-8B17-F31192C6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10-E76B-4AF6-AA58-7845728B7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62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A4D98-0ECF-46BD-A2A2-B32A58559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730B0-83D4-4592-B844-C03142B05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505E3-9462-4C12-9106-1B9A7F8E6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111E-9B0D-4CC5-86C8-957A38C084CE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4BA2F-648F-4FD0-A6B2-32769EF6B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7DC88-EAA7-41C5-A241-1C6A45F80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10-E76B-4AF6-AA58-7845728B7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902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D71876-B53B-4828-A233-8149E91619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F077D-BA06-4371-BC7C-04D0674E3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5792-62C2-4BFA-835C-AD751B8A8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111E-9B0D-4CC5-86C8-957A38C084CE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94B12-723C-4291-81D9-382B3E38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01451-DA94-4E57-872F-3F4B93BA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10-E76B-4AF6-AA58-7845728B7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152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190E42-2E24-434A-98C5-B45BDF2B4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B554A-605F-4036-90F7-9B6AD1244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79E86-13E5-4427-A60C-B579FD9E9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6111E-9B0D-4CC5-86C8-957A38C084CE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1C2F6-E58F-4CF0-82D2-A568B00B5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46DCB-31A6-49F1-AB3F-212107466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4C310-E76B-4AF6-AA58-7845728B7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55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cade of glass and steel building">
            <a:extLst>
              <a:ext uri="{FF2B5EF4-FFF2-40B4-BE49-F238E27FC236}">
                <a16:creationId xmlns:a16="http://schemas.microsoft.com/office/drawing/2014/main" id="{2C511156-320D-4F97-ADEB-7A95C333A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515" y="0"/>
            <a:ext cx="10278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53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Rocco GIUDICE</dc:creator>
  <cp:lastModifiedBy>Rocco GIUDICE</cp:lastModifiedBy>
  <cp:revision>1</cp:revision>
  <dcterms:created xsi:type="dcterms:W3CDTF">2022-11-02T12:40:52Z</dcterms:created>
  <dcterms:modified xsi:type="dcterms:W3CDTF">2022-11-02T12:42:11Z</dcterms:modified>
</cp:coreProperties>
</file>